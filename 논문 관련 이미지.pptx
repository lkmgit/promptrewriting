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1" r:id="rId5"/>
    <p:sldId id="262" r:id="rId6"/>
    <p:sldId id="259" r:id="rId7"/>
    <p:sldId id="260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3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B8154B-1F22-E5FB-9E90-E897659235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E4810FF-F90D-ECDA-7C23-108B22EB16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A71025-0046-0DE7-382D-F209310C0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9470-B530-49DF-911A-7EF6FDDC724B}" type="datetimeFigureOut">
              <a:rPr lang="ko-KR" altLang="en-US" smtClean="0"/>
              <a:t>2025-05-10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F3D408-DA0A-371E-8E57-56D768B4C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A603B5-1DF2-6797-A296-DB496C060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73C3B-6B4E-492C-88A3-B3A424BBE0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960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819A65-60B8-3FFF-9B06-D0B5839FA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31AB31-DEEB-535E-5453-AE8CDBA66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3C1BD6-43D7-F4F0-740C-1F4DD61A7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9470-B530-49DF-911A-7EF6FDDC724B}" type="datetimeFigureOut">
              <a:rPr lang="ko-KR" altLang="en-US" smtClean="0"/>
              <a:t>2025-05-10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1E7F64-F8FF-1342-DD2B-2325922BB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5A07E9-9CA7-4C4A-78DA-EA17C6143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73C3B-6B4E-492C-88A3-B3A424BBE0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9684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17D535-506D-C1BC-83DF-A011B9A0C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685A54-1AB8-E0A6-13F9-07EFC608A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E68FB3-2897-3B56-042C-B1D183309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9470-B530-49DF-911A-7EF6FDDC724B}" type="datetimeFigureOut">
              <a:rPr lang="ko-KR" altLang="en-US" smtClean="0"/>
              <a:t>2025-05-10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35081D-CF74-F751-D60C-CBAED5C55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85B4B1-C257-E634-5138-1F669CDD5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73C3B-6B4E-492C-88A3-B3A424BBE0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9425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418A19-4AD2-AECA-E5DA-14F8B1132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7BD455-790F-0987-628E-0C80CDDA61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1C2ACDA-FD50-7EFA-8930-F91BD4E89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2B9AB6E-CFAA-B659-25CC-C096AD125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9470-B530-49DF-911A-7EF6FDDC724B}" type="datetimeFigureOut">
              <a:rPr lang="ko-KR" altLang="en-US" smtClean="0"/>
              <a:t>2025-05-10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DB4BA93-F4C2-22CE-34E5-7E067D379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201B5CE-5CD5-EB8F-0A96-0AC85C149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73C3B-6B4E-492C-88A3-B3A424BBE0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9288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477FC9-4C6F-7B04-B01C-51BEA4614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7F2005-CC00-455D-C492-497CAE93D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3173B88-467D-A6DF-6745-A6E58CBAC5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22463AF-3E02-77D7-D3DE-763F6E86D8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DDED0DE-22C6-F461-97BD-C2F7239741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1B5AA7C-A798-4D7B-0BD3-5DAC4672B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9470-B530-49DF-911A-7EF6FDDC724B}" type="datetimeFigureOut">
              <a:rPr lang="ko-KR" altLang="en-US" smtClean="0"/>
              <a:t>2025-05-10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8FF5B29-61F4-EB1F-1CC1-E815D354F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33C6C49-6796-64B4-C635-B8C1F9AD0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73C3B-6B4E-492C-88A3-B3A424BBE0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3174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088862-820E-87D4-9072-4A5CA1660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A1274E0-4FA2-6EB0-2787-E00A9DAC8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9470-B530-49DF-911A-7EF6FDDC724B}" type="datetimeFigureOut">
              <a:rPr lang="ko-KR" altLang="en-US" smtClean="0"/>
              <a:t>2025-05-10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098C1D8-F2DA-0878-1FED-723B3B024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3F9E774-BADA-DD63-A881-8504FA98D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73C3B-6B4E-492C-88A3-B3A424BBE0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4655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9434756-2CA1-E0F4-B89A-D729456EB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9470-B530-49DF-911A-7EF6FDDC724B}" type="datetimeFigureOut">
              <a:rPr lang="ko-KR" altLang="en-US" smtClean="0"/>
              <a:t>2025-05-10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F204AF3-1CA9-D4E4-F22B-9C4AA0420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38AED6-485B-0084-CCCB-DB0FE7766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73C3B-6B4E-492C-88A3-B3A424BBE0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42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7FA968-DE35-80ED-23D3-F8982DEF2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833A96-6DE5-F3D7-3EAE-C71F960C5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9745B0C-8C39-6E81-FF1F-9D5AC48A3C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72A810-FEE3-8162-A996-522FB4607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9470-B530-49DF-911A-7EF6FDDC724B}" type="datetimeFigureOut">
              <a:rPr lang="ko-KR" altLang="en-US" smtClean="0"/>
              <a:t>2025-05-10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B4893E-6BD5-30F3-050A-7F7FFC7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A896D66-2B52-9B03-6902-1C24431AF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73C3B-6B4E-492C-88A3-B3A424BBE0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5092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8712C5-4592-334F-3258-71CDA3FA2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C4715A9-5FC5-6EE5-D84A-1FE72DC1A1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AF22520-C9E2-A93B-1E6A-5AF8F0FE3E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268590-EB36-6FB8-F96E-6E968A8A8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9470-B530-49DF-911A-7EF6FDDC724B}" type="datetimeFigureOut">
              <a:rPr lang="ko-KR" altLang="en-US" smtClean="0"/>
              <a:t>2025-05-10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7AAC55-003A-EEAB-421A-D65B179A0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78D0D5-D72B-2C2B-7367-33AD05142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73C3B-6B4E-492C-88A3-B3A424BBE0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923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AE7590-8E1E-ED5A-FCB0-885F28655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D8FF36-0CC5-6936-C925-3EDBE6918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6BB0DA-DB00-CC6F-4F83-EF92E1C5A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9470-B530-49DF-911A-7EF6FDDC724B}" type="datetimeFigureOut">
              <a:rPr lang="ko-KR" altLang="en-US" smtClean="0"/>
              <a:t>2025-05-10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F627A5-461E-0708-C40C-D93E7DC8D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06B050-34E5-FFDA-173C-DB75EDBF3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73C3B-6B4E-492C-88A3-B3A424BBE0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7896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C522027-6A52-AF22-59E9-E250009466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4335139-7B4F-758F-31D7-B619D3A33D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1AF175-EBCC-6872-2B00-231555226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9470-B530-49DF-911A-7EF6FDDC724B}" type="datetimeFigureOut">
              <a:rPr lang="ko-KR" altLang="en-US" smtClean="0"/>
              <a:t>2025-05-10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B40CE5-6F44-FC39-03C4-842D982F2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06050A-6530-456B-6DD9-A792B276C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73C3B-6B4E-492C-88A3-B3A424BBE0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5440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2D81917-FF44-B435-B23D-83739FB8D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C78064-F9B2-A4EE-9AF1-9BA3522BC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159A95-529B-83E7-BCEE-99AA488E6A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4F9470-B530-49DF-911A-7EF6FDDC724B}" type="datetimeFigureOut">
              <a:rPr lang="ko-KR" altLang="en-US" smtClean="0"/>
              <a:t>2025-05-10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36E33E-3AF8-389A-0496-B086FEC222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826BE2-F450-02FB-597D-7E509ADDC5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273C3B-6B4E-492C-88A3-B3A424BBE0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8365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64A51A-32C6-6119-77E1-76233201E23C}"/>
              </a:ext>
            </a:extLst>
          </p:cNvPr>
          <p:cNvSpPr txBox="1"/>
          <p:nvPr/>
        </p:nvSpPr>
        <p:spPr>
          <a:xfrm>
            <a:off x="1592826" y="3244334"/>
            <a:ext cx="240963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/>
              <a:t>AI</a:t>
            </a:r>
            <a:r>
              <a:rPr lang="ko-KR" altLang="en-US"/>
              <a:t>의 개념을 설명해줘</a:t>
            </a:r>
          </a:p>
        </p:txBody>
      </p:sp>
      <p:cxnSp>
        <p:nvCxnSpPr>
          <p:cNvPr id="6" name="연결선: 구부러짐 5">
            <a:extLst>
              <a:ext uri="{FF2B5EF4-FFF2-40B4-BE49-F238E27FC236}">
                <a16:creationId xmlns:a16="http://schemas.microsoft.com/office/drawing/2014/main" id="{65451F13-FD2B-8F74-DA05-B81FDC928AA3}"/>
              </a:ext>
            </a:extLst>
          </p:cNvPr>
          <p:cNvCxnSpPr>
            <a:cxnSpLocks/>
            <a:stCxn id="4" idx="3"/>
            <a:endCxn id="9" idx="1"/>
          </p:cNvCxnSpPr>
          <p:nvPr/>
        </p:nvCxnSpPr>
        <p:spPr>
          <a:xfrm flipV="1">
            <a:off x="4002460" y="2670080"/>
            <a:ext cx="1238133" cy="75892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62BAEF2-FE4C-DF1B-18BD-3D4DB86918AC}"/>
              </a:ext>
            </a:extLst>
          </p:cNvPr>
          <p:cNvSpPr txBox="1"/>
          <p:nvPr/>
        </p:nvSpPr>
        <p:spPr>
          <a:xfrm>
            <a:off x="5240593" y="2485414"/>
            <a:ext cx="45223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/>
              <a:t>AI</a:t>
            </a:r>
            <a:r>
              <a:rPr lang="ko-KR" altLang="en-US"/>
              <a:t>가 무엇인지</a:t>
            </a:r>
            <a:r>
              <a:rPr lang="en-US" altLang="ko-KR"/>
              <a:t>, </a:t>
            </a:r>
            <a:r>
              <a:rPr lang="ko-KR" altLang="en-US"/>
              <a:t>예시를 포함해서 설명해줘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A3FF47-EF80-0600-636F-8D75AE7CBDB3}"/>
              </a:ext>
            </a:extLst>
          </p:cNvPr>
          <p:cNvSpPr txBox="1"/>
          <p:nvPr/>
        </p:nvSpPr>
        <p:spPr>
          <a:xfrm>
            <a:off x="5240593" y="3244334"/>
            <a:ext cx="542488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/>
              <a:t>강화 학습의 정의와 실제 적용 사례를 함께 알려줘</a:t>
            </a:r>
            <a:r>
              <a:rPr lang="en-US" altLang="ko-KR"/>
              <a:t>.</a:t>
            </a:r>
            <a:endParaRPr lang="ko-KR" altLang="en-US"/>
          </a:p>
        </p:txBody>
      </p:sp>
      <p:cxnSp>
        <p:nvCxnSpPr>
          <p:cNvPr id="12" name="연결선: 구부러짐 11">
            <a:extLst>
              <a:ext uri="{FF2B5EF4-FFF2-40B4-BE49-F238E27FC236}">
                <a16:creationId xmlns:a16="http://schemas.microsoft.com/office/drawing/2014/main" id="{2D999D52-C51C-F4F2-2617-74550DF80DDD}"/>
              </a:ext>
            </a:extLst>
          </p:cNvPr>
          <p:cNvCxnSpPr>
            <a:cxnSpLocks/>
            <a:stCxn id="4" idx="3"/>
            <a:endCxn id="11" idx="1"/>
          </p:cNvCxnSpPr>
          <p:nvPr/>
        </p:nvCxnSpPr>
        <p:spPr>
          <a:xfrm>
            <a:off x="4002460" y="3429000"/>
            <a:ext cx="1238133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61BF2E5-4101-A5BA-0F43-849362CC6109}"/>
              </a:ext>
            </a:extLst>
          </p:cNvPr>
          <p:cNvSpPr txBox="1"/>
          <p:nvPr/>
        </p:nvSpPr>
        <p:spPr>
          <a:xfrm>
            <a:off x="5240593" y="4003254"/>
            <a:ext cx="540885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/>
              <a:t>초보자도 이해할 수 있게 </a:t>
            </a:r>
            <a:r>
              <a:rPr lang="en-US" altLang="ko-KR"/>
              <a:t>AI </a:t>
            </a:r>
            <a:r>
              <a:rPr lang="ko-KR" altLang="en-US"/>
              <a:t>개념을 쉽게 설명해줘</a:t>
            </a:r>
            <a:r>
              <a:rPr lang="en-US" altLang="ko-KR"/>
              <a:t>.</a:t>
            </a:r>
            <a:endParaRPr lang="ko-KR" altLang="en-US"/>
          </a:p>
        </p:txBody>
      </p:sp>
      <p:cxnSp>
        <p:nvCxnSpPr>
          <p:cNvPr id="17" name="연결선: 구부러짐 16">
            <a:extLst>
              <a:ext uri="{FF2B5EF4-FFF2-40B4-BE49-F238E27FC236}">
                <a16:creationId xmlns:a16="http://schemas.microsoft.com/office/drawing/2014/main" id="{381D5F81-8446-43B1-28F8-25ABA58B1CD0}"/>
              </a:ext>
            </a:extLst>
          </p:cNvPr>
          <p:cNvCxnSpPr>
            <a:cxnSpLocks/>
            <a:stCxn id="4" idx="3"/>
            <a:endCxn id="16" idx="1"/>
          </p:cNvCxnSpPr>
          <p:nvPr/>
        </p:nvCxnSpPr>
        <p:spPr>
          <a:xfrm>
            <a:off x="4002460" y="3429000"/>
            <a:ext cx="1238133" cy="75892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8591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B1ECDAE4-444E-6FCC-45F7-038FBA83E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887" y="1023602"/>
            <a:ext cx="9850225" cy="481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697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AE34102-6949-AAFC-BF4D-32F30C92E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318" y="1476102"/>
            <a:ext cx="1914792" cy="195289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28506BA-12DD-6F7C-EF90-0F7B0CAF4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172" y="1318918"/>
            <a:ext cx="2143424" cy="22672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232CD27-8FD0-817D-CE50-FA6E50B413A6}"/>
              </a:ext>
            </a:extLst>
          </p:cNvPr>
          <p:cNvSpPr txBox="1"/>
          <p:nvPr/>
        </p:nvSpPr>
        <p:spPr>
          <a:xfrm>
            <a:off x="8066098" y="2226070"/>
            <a:ext cx="230851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/>
              <a:t>입력된 </a:t>
            </a:r>
            <a:r>
              <a:rPr lang="en-US" altLang="ko-KR" err="1"/>
              <a:t>bad_prompt</a:t>
            </a:r>
            <a:r>
              <a:rPr lang="en-US" altLang="ko-KR"/>
              <a:t> </a:t>
            </a:r>
            <a:br>
              <a:rPr lang="en-US" altLang="ko-KR"/>
            </a:br>
            <a:r>
              <a:rPr lang="ko-KR" altLang="en-US" err="1"/>
              <a:t>임베딩</a:t>
            </a:r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E2EA56-9F29-3C21-6541-1C639E816B2A}"/>
              </a:ext>
            </a:extLst>
          </p:cNvPr>
          <p:cNvSpPr txBox="1"/>
          <p:nvPr/>
        </p:nvSpPr>
        <p:spPr>
          <a:xfrm>
            <a:off x="934208" y="3775587"/>
            <a:ext cx="18630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/>
              <a:t>1. </a:t>
            </a:r>
            <a:r>
              <a:rPr lang="ko-KR" altLang="en-US" sz="2000" b="1" err="1"/>
              <a:t>임베딩</a:t>
            </a:r>
            <a:r>
              <a:rPr lang="ko-KR" altLang="en-US" sz="2000" b="1"/>
              <a:t> 모델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69200B-ED3B-1886-CB13-9222C9F61A79}"/>
              </a:ext>
            </a:extLst>
          </p:cNvPr>
          <p:cNvSpPr txBox="1"/>
          <p:nvPr/>
        </p:nvSpPr>
        <p:spPr>
          <a:xfrm>
            <a:off x="816078" y="4289169"/>
            <a:ext cx="2385589" cy="17007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SBERT </a:t>
            </a:r>
            <a:r>
              <a:rPr lang="ko-KR" altLang="en-US" dirty="0"/>
              <a:t>계열의 한국어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문장 </a:t>
            </a:r>
            <a:r>
              <a:rPr lang="ko-KR" altLang="en-US" dirty="0" err="1"/>
              <a:t>임베딩</a:t>
            </a:r>
            <a:r>
              <a:rPr lang="ko-KR" altLang="en-US" dirty="0"/>
              <a:t> 모델을</a:t>
            </a:r>
            <a:br>
              <a:rPr lang="en-US" altLang="ko-KR" dirty="0"/>
            </a:br>
            <a:r>
              <a:rPr lang="ko-KR" altLang="en-US" dirty="0"/>
              <a:t>사용하여 모든 </a:t>
            </a:r>
            <a:r>
              <a:rPr lang="en-US" altLang="ko-KR" dirty="0"/>
              <a:t>good_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prompt</a:t>
            </a:r>
            <a:r>
              <a:rPr lang="ko-KR" altLang="en-US" dirty="0"/>
              <a:t>를 벡터화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A4ED2D-6FF5-F15B-9FB3-3A01EAE7E69C}"/>
              </a:ext>
            </a:extLst>
          </p:cNvPr>
          <p:cNvSpPr txBox="1"/>
          <p:nvPr/>
        </p:nvSpPr>
        <p:spPr>
          <a:xfrm>
            <a:off x="4702378" y="3765755"/>
            <a:ext cx="18630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/>
              <a:t>2. </a:t>
            </a:r>
            <a:r>
              <a:rPr lang="ko-KR" altLang="en-US" sz="2000" b="1"/>
              <a:t>벡터 인덱싱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7CC81D-542F-E4CE-FFCD-3ADE936A093F}"/>
              </a:ext>
            </a:extLst>
          </p:cNvPr>
          <p:cNvSpPr txBox="1"/>
          <p:nvPr/>
        </p:nvSpPr>
        <p:spPr>
          <a:xfrm>
            <a:off x="4702378" y="4293262"/>
            <a:ext cx="2194832" cy="12852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/>
              <a:t>FAISS</a:t>
            </a:r>
            <a:r>
              <a:rPr lang="ko-KR" altLang="en-US"/>
              <a:t>를 사용하여 </a:t>
            </a:r>
            <a:endParaRPr lang="en-US" altLang="ko-KR"/>
          </a:p>
          <a:p>
            <a:pPr>
              <a:lnSpc>
                <a:spcPct val="150000"/>
              </a:lnSpc>
            </a:pPr>
            <a:r>
              <a:rPr lang="ko-KR" altLang="en-US"/>
              <a:t>빠른 유사도 검색이</a:t>
            </a:r>
            <a:endParaRPr lang="en-US" altLang="ko-KR"/>
          </a:p>
          <a:p>
            <a:pPr>
              <a:lnSpc>
                <a:spcPct val="150000"/>
              </a:lnSpc>
            </a:pPr>
            <a:r>
              <a:rPr lang="ko-KR" altLang="en-US"/>
              <a:t>가능하도록 설정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79D1CB-EFA1-7232-04F4-EB3C27D0EEA2}"/>
              </a:ext>
            </a:extLst>
          </p:cNvPr>
          <p:cNvSpPr txBox="1"/>
          <p:nvPr/>
        </p:nvSpPr>
        <p:spPr>
          <a:xfrm>
            <a:off x="8179785" y="4293262"/>
            <a:ext cx="2539350" cy="12852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/>
              <a:t>입력된 </a:t>
            </a:r>
            <a:r>
              <a:rPr lang="en-US" altLang="ko-KR" err="1"/>
              <a:t>bad_prompt</a:t>
            </a:r>
            <a:r>
              <a:rPr lang="ko-KR" altLang="en-US"/>
              <a:t>를 </a:t>
            </a:r>
            <a:endParaRPr lang="en-US" altLang="ko-KR"/>
          </a:p>
          <a:p>
            <a:pPr>
              <a:lnSpc>
                <a:spcPct val="150000"/>
              </a:lnSpc>
            </a:pPr>
            <a:r>
              <a:rPr lang="ko-KR" altLang="en-US" err="1"/>
              <a:t>임베딩</a:t>
            </a:r>
            <a:r>
              <a:rPr lang="ko-KR" altLang="en-US"/>
              <a:t> 후 코사인 </a:t>
            </a:r>
            <a:endParaRPr lang="en-US" altLang="ko-KR"/>
          </a:p>
          <a:p>
            <a:pPr>
              <a:lnSpc>
                <a:spcPct val="150000"/>
              </a:lnSpc>
            </a:pPr>
            <a:r>
              <a:rPr lang="ko-KR" altLang="en-US"/>
              <a:t>유사도로 검색</a:t>
            </a:r>
            <a:endParaRPr lang="en-US" altLang="ko-K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15B4BE-A8C7-6869-5509-77609B3CAAD2}"/>
              </a:ext>
            </a:extLst>
          </p:cNvPr>
          <p:cNvSpPr txBox="1"/>
          <p:nvPr/>
        </p:nvSpPr>
        <p:spPr>
          <a:xfrm>
            <a:off x="8288852" y="3662517"/>
            <a:ext cx="18630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/>
              <a:t>3. </a:t>
            </a:r>
            <a:r>
              <a:rPr lang="ko-KR" altLang="en-US" sz="2000" b="1"/>
              <a:t>유사도 계산</a:t>
            </a: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CA3EDCB5-C791-9011-7244-47F7249FFE13}"/>
              </a:ext>
            </a:extLst>
          </p:cNvPr>
          <p:cNvCxnSpPr/>
          <p:nvPr/>
        </p:nvCxnSpPr>
        <p:spPr>
          <a:xfrm>
            <a:off x="3201667" y="2549236"/>
            <a:ext cx="880806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4A544B5F-A914-9CD4-08E5-3E4AF3B92016}"/>
              </a:ext>
            </a:extLst>
          </p:cNvPr>
          <p:cNvCxnSpPr/>
          <p:nvPr/>
        </p:nvCxnSpPr>
        <p:spPr>
          <a:xfrm>
            <a:off x="6897210" y="2549236"/>
            <a:ext cx="880806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6291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&quot;RAG Framework&quot;">
            <a:extLst>
              <a:ext uri="{FF2B5EF4-FFF2-40B4-BE49-F238E27FC236}">
                <a16:creationId xmlns:a16="http://schemas.microsoft.com/office/drawing/2014/main" id="{5E4D1274-34EE-9066-157A-B606B4A6DF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225" y="904875"/>
            <a:ext cx="8591550" cy="504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5904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&quot;RAG Framework&quot;">
            <a:extLst>
              <a:ext uri="{FF2B5EF4-FFF2-40B4-BE49-F238E27FC236}">
                <a16:creationId xmlns:a16="http://schemas.microsoft.com/office/drawing/2014/main" id="{E68093BC-49A5-0DD1-AB09-DA082B16F7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703" y="351505"/>
            <a:ext cx="10444962" cy="6154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7928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CE1A4B6-4687-851C-E678-904C9C158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7825" y="1214438"/>
            <a:ext cx="8896350" cy="4429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5417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hatGPT를 넘어, 생성형 AI Generative AI 의 미래 – 2편 | 인사이트리포트 | 삼성SDS">
            <a:extLst>
              <a:ext uri="{FF2B5EF4-FFF2-40B4-BE49-F238E27FC236}">
                <a16:creationId xmlns:a16="http://schemas.microsoft.com/office/drawing/2014/main" id="{9D3F2BB6-F034-6E13-9E10-C94ED8EF7B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6450" y="1947863"/>
            <a:ext cx="8039100" cy="2962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9456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1B3C94B-45A1-D4EC-817E-096F4CBD1BC9}"/>
              </a:ext>
            </a:extLst>
          </p:cNvPr>
          <p:cNvSpPr txBox="1"/>
          <p:nvPr/>
        </p:nvSpPr>
        <p:spPr>
          <a:xfrm>
            <a:off x="166960" y="2839298"/>
            <a:ext cx="180049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GitHub</a:t>
            </a:r>
            <a:r>
              <a:rPr lang="ko-KR" altLang="en-US" dirty="0"/>
              <a:t>가 </a:t>
            </a:r>
            <a:r>
              <a:rPr lang="ko-KR" altLang="en-US" dirty="0" err="1"/>
              <a:t>뭐야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BD0EF2-3015-0D0A-D12E-066045D781CD}"/>
              </a:ext>
            </a:extLst>
          </p:cNvPr>
          <p:cNvSpPr txBox="1"/>
          <p:nvPr/>
        </p:nvSpPr>
        <p:spPr>
          <a:xfrm>
            <a:off x="356915" y="2325025"/>
            <a:ext cx="1420582" cy="4542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/>
              <a:t>사용자 입력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320E15-54EF-B38F-14C9-058D5888310B}"/>
              </a:ext>
            </a:extLst>
          </p:cNvPr>
          <p:cNvSpPr txBox="1"/>
          <p:nvPr/>
        </p:nvSpPr>
        <p:spPr>
          <a:xfrm>
            <a:off x="4216408" y="4037223"/>
            <a:ext cx="1189749" cy="4542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검색 예시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3A1B42B7-DA26-D900-0169-DEBAACF0D790}"/>
              </a:ext>
            </a:extLst>
          </p:cNvPr>
          <p:cNvCxnSpPr>
            <a:cxnSpLocks/>
          </p:cNvCxnSpPr>
          <p:nvPr/>
        </p:nvCxnSpPr>
        <p:spPr>
          <a:xfrm>
            <a:off x="2262418" y="3540999"/>
            <a:ext cx="994180" cy="5952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D748A9E-5E3F-BB6D-E29C-D819B080D271}"/>
              </a:ext>
            </a:extLst>
          </p:cNvPr>
          <p:cNvSpPr txBox="1"/>
          <p:nvPr/>
        </p:nvSpPr>
        <p:spPr>
          <a:xfrm>
            <a:off x="2409704" y="4551496"/>
            <a:ext cx="481574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GitHub</a:t>
            </a:r>
            <a:r>
              <a:rPr lang="ko-KR" altLang="en-US" dirty="0"/>
              <a:t>를 개발자들이 사용하는 이유가 </a:t>
            </a:r>
            <a:r>
              <a:rPr lang="ko-KR" altLang="en-US" dirty="0" err="1"/>
              <a:t>뭐야</a:t>
            </a:r>
            <a:r>
              <a:rPr lang="en-US" altLang="ko-KR" dirty="0"/>
              <a:t>?</a:t>
            </a:r>
            <a:endParaRPr lang="ko-KR" altLang="en-US" dirty="0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8D0D3265-3AB3-1B01-4DD6-D6C67EE54ADA}"/>
              </a:ext>
            </a:extLst>
          </p:cNvPr>
          <p:cNvCxnSpPr>
            <a:cxnSpLocks/>
          </p:cNvCxnSpPr>
          <p:nvPr/>
        </p:nvCxnSpPr>
        <p:spPr>
          <a:xfrm flipV="1">
            <a:off x="6370061" y="3522589"/>
            <a:ext cx="1040007" cy="5819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DF83A32-D664-445A-62B1-11718DF19B8F}"/>
              </a:ext>
            </a:extLst>
          </p:cNvPr>
          <p:cNvSpPr txBox="1"/>
          <p:nvPr/>
        </p:nvSpPr>
        <p:spPr>
          <a:xfrm>
            <a:off x="7954694" y="2325025"/>
            <a:ext cx="1189749" cy="4542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출력 예시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BFBC44-10EB-9998-35F8-A87BDEB99F64}"/>
              </a:ext>
            </a:extLst>
          </p:cNvPr>
          <p:cNvSpPr txBox="1"/>
          <p:nvPr/>
        </p:nvSpPr>
        <p:spPr>
          <a:xfrm>
            <a:off x="5074098" y="2820777"/>
            <a:ext cx="695094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GitHub</a:t>
            </a:r>
            <a:r>
              <a:rPr lang="ko-KR" altLang="en-US" dirty="0"/>
              <a:t>플랫폼의 주요 기능과 개발자들이 사용하는 이유를 알려줘</a:t>
            </a:r>
          </a:p>
        </p:txBody>
      </p:sp>
    </p:spTree>
    <p:extLst>
      <p:ext uri="{BB962C8B-B14F-4D97-AF65-F5344CB8AC3E}">
        <p14:creationId xmlns:p14="http://schemas.microsoft.com/office/powerpoint/2010/main" val="253404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ED01E6F-D795-A95B-5F04-8948450C0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151" y="1261760"/>
            <a:ext cx="9297698" cy="433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510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DAAEDE64-EF9B-5764-0CE4-26F08F37F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321" y="3944182"/>
            <a:ext cx="10101358" cy="181161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8B717D1-74CC-967F-56EF-CB29525ECB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193" y="1550786"/>
            <a:ext cx="8011643" cy="666843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CD909CE4-90CF-5652-B54B-2AC1C70967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193" y="2217629"/>
            <a:ext cx="8011643" cy="1134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37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AB9B109-B941-BDE4-7E2A-17D54A535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49" y="525870"/>
            <a:ext cx="12192000" cy="144904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1EFAFD4-A927-C4A3-0274-E70318B59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034" y="704570"/>
            <a:ext cx="3936413" cy="22783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3A4502B-31B9-24CC-7640-FF9C0BD4CA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149" y="3673192"/>
            <a:ext cx="12192000" cy="66535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CBDB8EF-215B-FDD2-BB1C-208ECDC11C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149" y="1974919"/>
            <a:ext cx="5688918" cy="29063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7BBC69C-B203-96F7-1F85-B4E6A68B4F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853" y="4603795"/>
            <a:ext cx="6920657" cy="2085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237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0B3AB12-FD85-9AFA-F6EA-E0C104361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936" y="990797"/>
            <a:ext cx="10288436" cy="83831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D619080-29D4-40AA-40DC-E4A8804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936" y="1829114"/>
            <a:ext cx="10288436" cy="1115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008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105</Words>
  <Application>Microsoft Office PowerPoint</Application>
  <PresentationFormat>와이드스크린</PresentationFormat>
  <Paragraphs>23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경민 이</dc:creator>
  <cp:lastModifiedBy>경준 이</cp:lastModifiedBy>
  <cp:revision>8</cp:revision>
  <dcterms:created xsi:type="dcterms:W3CDTF">2025-05-07T07:14:29Z</dcterms:created>
  <dcterms:modified xsi:type="dcterms:W3CDTF">2025-05-09T21:40:26Z</dcterms:modified>
</cp:coreProperties>
</file>